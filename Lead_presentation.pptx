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DD0EF2-4AA4-395D-AF63-B8DE02733012}" v="10" dt="2026-05-05T09:23:09.6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ozhe Chen" userId="S::haozhe.chen-2@student.manchester.ac.uk::d5bd5e35-1c25-47bb-b59c-75308619c4a5" providerId="AD" clId="Web-{0CDD0EF2-4AA4-395D-AF63-B8DE02733012}"/>
    <pc:docChg chg="modSld">
      <pc:chgData name="Haozhe Chen" userId="S::haozhe.chen-2@student.manchester.ac.uk::d5bd5e35-1c25-47bb-b59c-75308619c4a5" providerId="AD" clId="Web-{0CDD0EF2-4AA4-395D-AF63-B8DE02733012}" dt="2026-05-05T09:23:09.631" v="9" actId="20577"/>
      <pc:docMkLst>
        <pc:docMk/>
      </pc:docMkLst>
      <pc:sldChg chg="modSp">
        <pc:chgData name="Haozhe Chen" userId="S::haozhe.chen-2@student.manchester.ac.uk::d5bd5e35-1c25-47bb-b59c-75308619c4a5" providerId="AD" clId="Web-{0CDD0EF2-4AA4-395D-AF63-B8DE02733012}" dt="2026-05-05T09:23:09.631" v="9" actId="20577"/>
        <pc:sldMkLst>
          <pc:docMk/>
          <pc:sldMk cId="1366541846" sldId="256"/>
        </pc:sldMkLst>
        <pc:spChg chg="mod">
          <ac:chgData name="Haozhe Chen" userId="S::haozhe.chen-2@student.manchester.ac.uk::d5bd5e35-1c25-47bb-b59c-75308619c4a5" providerId="AD" clId="Web-{0CDD0EF2-4AA4-395D-AF63-B8DE02733012}" dt="2026-05-05T09:23:09.631" v="9" actId="20577"/>
          <ac:spMkLst>
            <pc:docMk/>
            <pc:sldMk cId="1366541846" sldId="256"/>
            <ac:spMk id="3" creationId="{14BDD17C-CA82-FB74-4464-F88BFF9EB38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pPr/>
              <a:t>5/5/2026</a:t>
            </a:fld>
            <a:endParaRPr lang="en-US" sz="140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4713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86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0624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282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207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250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638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942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126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6019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3BD54-29B9-3D42-B178-776ED395AA85}" type="datetimeFigureOut">
              <a:rPr lang="en-US" smtClean="0"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BB3423-611C-6944-BA94-F2572F3624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290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73C3BD54-29B9-3D42-B178-776ED395AA85}" type="datetimeFigureOut">
              <a:rPr lang="en-US" smtClean="0"/>
              <a:pPr/>
              <a:t>5/5/2026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86BB3423-611C-6944-BA94-F2572F36241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8773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D72BA-0AA9-387C-4E19-30B1476E65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7106" y="706836"/>
            <a:ext cx="10750729" cy="2722164"/>
          </a:xfrm>
        </p:spPr>
        <p:txBody>
          <a:bodyPr>
            <a:normAutofit fontScale="90000"/>
          </a:bodyPr>
          <a:lstStyle/>
          <a:p>
            <a:r>
              <a:rPr lang="en-US" sz="6000" b="1"/>
              <a:t>Clearing the Air:</a:t>
            </a:r>
            <a:r>
              <a:rPr lang="en-US" sz="6000"/>
              <a:t> Evaluating the Impact of Leaded Fuel Bans on Ambient Lead Levels at Reid-Hillview.</a:t>
            </a:r>
            <a:endParaRPr lang="en-GB" sz="60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BDD17C-CA82-FB74-4464-F88BFF9EB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7106" y="4466845"/>
            <a:ext cx="3882844" cy="882904"/>
          </a:xfrm>
        </p:spPr>
        <p:txBody>
          <a:bodyPr vert="horz" lIns="91440" tIns="45720" rIns="91440" bIns="45720" rtlCol="0" anchor="t">
            <a:normAutofit/>
          </a:bodyPr>
          <a:lstStyle/>
          <a:p>
            <a:endParaRPr lang="en-GB"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36654184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Calibri</vt:lpstr>
      <vt:lpstr>Calibri Light</vt:lpstr>
      <vt:lpstr>Retrospect</vt:lpstr>
      <vt:lpstr>Clearing the Air: Evaluating the Impact of Leaded Fuel Bans on Ambient Lead Levels at Reid-Hillview.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Stibbons</dc:creator>
  <cp:lastModifiedBy>Matthew Stibbons</cp:lastModifiedBy>
  <cp:revision>1</cp:revision>
  <dcterms:created xsi:type="dcterms:W3CDTF">2026-05-05T09:10:58Z</dcterms:created>
  <dcterms:modified xsi:type="dcterms:W3CDTF">2026-05-05T09:23:29Z</dcterms:modified>
</cp:coreProperties>
</file>